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Merriweather Black" panose="020B0604020202020204" charset="0"/>
      <p:bold r:id="rId14"/>
      <p:boldItalic r:id="rId15"/>
    </p:embeddedFont>
    <p:embeddedFont>
      <p:font typeface="DM Sans" panose="020B0604020202020204" charset="0"/>
      <p:regular r:id="rId16"/>
      <p:bold r:id="rId17"/>
      <p:italic r:id="rId18"/>
      <p:boldItalic r:id="rId19"/>
    </p:embeddedFont>
    <p:embeddedFont>
      <p:font typeface="Merriweather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A6991A-3053-4E66-9228-06A7849A4415}">
  <a:tblStyle styleId="{3AA6991A-3053-4E66-9228-06A7849A44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924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6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150881" y="1181992"/>
            <a:ext cx="1890236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JASP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57550" y="2601217"/>
            <a:ext cx="56769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 Quora-Styled Website for Balochi Literature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43275" y="3789908"/>
            <a:ext cx="19335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Kamiran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Umer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sz="1200" b="1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657850" y="3789908"/>
            <a:ext cx="15906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Sulaman Imdad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9525" y="3789908"/>
            <a:ext cx="1219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Qambar Arz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05225" y="4685258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Supervised by: Mr. Balach Khan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05225" y="5180558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Department of Computer Science, University of Turbat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95425"/>
            <a:ext cx="53340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95425"/>
            <a:ext cx="5334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1885950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962025" y="232410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1885950"/>
            <a:ext cx="478059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677025" y="232410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85850" y="2524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2524125"/>
            <a:ext cx="4362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Unstructured: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Valuable literary discussions get lost in chat history on platforms like WhatsApp &amp; Facebook.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85850" y="3552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35528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Hard to Search: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You cannot Google search a WhatsApp message or effectively filter old posts.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85850" y="4276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52525" y="42767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No Archiving: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Knowledge is fleeting and not preserved for future generations of students.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00850" y="2524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67525" y="25241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Dedicated Platform: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Q&amp;A space specifically tailored for Balochi literature.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00850" y="32480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67525" y="32480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Structured Knowledge: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Organizes content clearly into Questions, Answers, and Articles.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00850" y="3971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867525" y="397192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Digital Library: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Creates a permanent, searchable archive accessible to everyone.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Why JASP?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9325"/>
            <a:ext cx="2619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2219325"/>
            <a:ext cx="2619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219325"/>
            <a:ext cx="2619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125" y="2219325"/>
            <a:ext cx="2619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00187" y="24669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11053" y="3419475"/>
            <a:ext cx="214026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Structured Q&amp;A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19150" y="4095750"/>
            <a:ext cx="21240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professional space to ask and answer linguistic queries effectively.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10062" y="24669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3605926" y="3419475"/>
            <a:ext cx="21702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Rich Publishing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629025" y="4095750"/>
            <a:ext cx="21240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Tools specifically for writing Poetry and Prose (Bold, Italic, Stanzas).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19937" y="24669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880860" y="3419475"/>
            <a:ext cx="12401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Bilingual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38900" y="4095750"/>
            <a:ext cx="21240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custom engine to toggle instantly between English and Balochi.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9812" y="24669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9715738" y="3419475"/>
            <a:ext cx="11901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Curation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248775" y="4095750"/>
            <a:ext cx="2124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Voting system to ensure quality content rises to the top.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43062" y="26574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00562" y="26574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62812" y="26574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72687" y="26574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Achieved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2062162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Frontend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4281487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Backend &amp; Hosting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95325" y="2547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25479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Next.js 14 (React):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For a fast, interactive User Interface and server-side rendering.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5325" y="3271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32718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Tailwind CSS: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For responsive and modern utility-first styling.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95325" y="4767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62000" y="4767262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Supabase: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Provides robust Authentication and a real-time PostgreSQL database.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95325" y="5491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762000" y="5491162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Vercel: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Ensures global speed via Edge Networks.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Tools &amp; Technologies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2600325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Client-Server Model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95325" y="3086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308610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User interacts with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Next.js Frontend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95325" y="3505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350520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Frontend sends requests (API calls) to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Supabase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95325" y="3924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62000" y="392430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Supabase checks security rules (RLS) and updates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Database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95325" y="4648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464820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updates are sent back to all connected users (e.g., for live votes/likes).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How It Works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5962"/>
            <a:ext cx="11049000" cy="400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18"/>
          <p:cNvGraphicFramePr/>
          <p:nvPr/>
        </p:nvGraphicFramePr>
        <p:xfrm>
          <a:off x="581025" y="1995487"/>
          <a:ext cx="11029950" cy="3981450"/>
        </p:xfrm>
        <a:graphic>
          <a:graphicData uri="http://schemas.openxmlformats.org/drawingml/2006/table">
            <a:tbl>
              <a:tblPr firstRow="1" bandRow="1">
                <a:noFill/>
                <a:tableStyleId>{3AA6991A-3053-4E66-9228-06A7849A4415}</a:tableStyleId>
              </a:tblPr>
              <a:tblGrid>
                <a:gridCol w="250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Table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Profiles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Stores User data (Avatar, Bio, Language Preference).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Stores Rich Text articles and poetry content.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Questions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Stores user queries linked with Topic Tags.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Tracks Upvotes/Downvotes (logic to prevent duplicates).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Notifications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Alert system for user actions like Follows and Likes.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" name="Google Shape;184;p18"/>
          <p:cNvSpPr/>
          <p:nvPr/>
        </p:nvSpPr>
        <p:spPr>
          <a:xfrm>
            <a:off x="581025" y="2671762"/>
            <a:ext cx="250805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3089076" y="2671762"/>
            <a:ext cx="852189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81025" y="3343275"/>
            <a:ext cx="25080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089076" y="3343275"/>
            <a:ext cx="85218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81025" y="4000500"/>
            <a:ext cx="25080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089076" y="4000500"/>
            <a:ext cx="85218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81025" y="4657725"/>
            <a:ext cx="25080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089076" y="4657725"/>
            <a:ext cx="85218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1025" y="5314950"/>
            <a:ext cx="25080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089076" y="5314950"/>
            <a:ext cx="85218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Core Database Tables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571500"/>
            <a:ext cx="520065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Bilingual &amp; RTL Support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1857375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24479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Challenge: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Balochi is written Right-to-Left (RTL), while English is Left-to-Right (LTR).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3438525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Our Solution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85825" y="40767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52500" y="40767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Custom Language Switcher: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seamless toggle for users.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85825" y="4686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52500" y="46863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Instant Translation: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Translates UI elements immediately.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85825" y="5295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952500" y="52959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Layout Flipping: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Automatically flips the entire layout (e.g., Sidebar moves from Left to Right) to support the script correctly.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95425"/>
            <a:ext cx="53340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95425"/>
            <a:ext cx="5334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848201" y="2705100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Ask a Question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62025" y="35242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Simple text format focused on getting clear, direct answers from the community.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563201" y="2705100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a Post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677025" y="352425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Rich Text Editor included. Allows formatting essential for Literature and Poetry (Line breaks, Bold titles, Stanzas).</a:t>
            </a:r>
            <a:endParaRPr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19431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15375" y="1943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Two Ways to Share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6009"/>
            <a:ext cx="3492400" cy="372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26009"/>
            <a:ext cx="3492549" cy="372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126009"/>
            <a:ext cx="3492400" cy="372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2278409"/>
            <a:ext cx="31876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2050" y="2278409"/>
            <a:ext cx="31877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644209" y="4802534"/>
            <a:ext cx="33469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Home Feed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23900" y="5297834"/>
            <a:ext cx="3187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Filter by Topics (#History)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422357" y="4802534"/>
            <a:ext cx="33471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Profile Page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502050" y="5297834"/>
            <a:ext cx="318774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User stats &amp; history</a:t>
            </a:r>
            <a:endParaRPr/>
          </a:p>
        </p:txBody>
      </p:sp>
      <p:pic>
        <p:nvPicPr>
          <p:cNvPr id="240" name="Google Shape;24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80350" y="2278409"/>
            <a:ext cx="31876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8200660" y="4802534"/>
            <a:ext cx="33469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Notifications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280350" y="5297834"/>
            <a:ext cx="3187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alerts</a:t>
            </a:r>
            <a:endParaRPr/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572959"/>
            <a:ext cx="3187600" cy="179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050" y="2572917"/>
            <a:ext cx="3187749" cy="179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40775" y="3088034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User Interface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71500" y="2005012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4224337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95325" y="24907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62000" y="249078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JASP bridges the gap between social media chaos and academic archiving.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95325" y="3214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762000" y="321468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It provides a permanent, respectful home for the Balochi literary community.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95325" y="47101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62000" y="4710112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Mobile App: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React Native version for Android/iOS.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95325" y="5129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762000" y="5129212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Audio Posts: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Allow poets to upload voice recitations.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95325" y="5548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762000" y="5548312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Direct Messaging: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Private chat between scholars.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3810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&amp; Future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3425666" y="3163192"/>
            <a:ext cx="5340667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3552825" y="4668142"/>
            <a:ext cx="50863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Any Questions?</a:t>
            </a:r>
            <a:endParaRPr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467742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553</Words>
  <Application>Microsoft Office PowerPoint</Application>
  <PresentationFormat>Widescreen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Merriweather Black</vt:lpstr>
      <vt:lpstr>Arial</vt:lpstr>
      <vt:lpstr>DM Sans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fahad</cp:lastModifiedBy>
  <cp:revision>2</cp:revision>
  <dcterms:modified xsi:type="dcterms:W3CDTF">2026-01-13T06:25:38Z</dcterms:modified>
</cp:coreProperties>
</file>